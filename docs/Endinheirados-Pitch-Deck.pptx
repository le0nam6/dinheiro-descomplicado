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7CFC00"/>
                </a:solidFill>
                <a:latin typeface="Calibri"/>
              </a:rPr>
              <a:t>Endinheirados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Mídia financeira nativa de IA para o brasileiro comum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8C0"/>
                </a:solidFill>
                <a:latin typeface="Calibri"/>
              </a:rPr>
              <a:t>Pré-seed · R$ 750 mil · 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O brasileiro tem uma relação difícil com dinheiro: endividamento alto e baixa educação financeira.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 informação que existe é rasa demais ou técnica demais — afasta quem mais precisa.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Falta curadoria confiável e diária do que realmente mexe no bolso.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29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5803D"/>
                </a:solidFill>
                <a:latin typeface="Calibri"/>
              </a:rPr>
              <a:t>"Sei que devia entender de dinheiro, mas não sei por onde começar, não confio no que leio e não tenho tempo."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Uma marca de mídia que entrega clareza financeira em minutos por dia — com personalidade, neutralidade e escala de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 Edição — compilado diário do mercado, estilo The News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Notícias — cobertura contínua e imparcial, de hora em hora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Guias — conteúdo educativo do "descobrir" ao "decidir"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Redes — notícia direto no Instagram + carrosséis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Ferramentas — calculadoras e cotações ao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7CF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Por que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Pix e Open Finance reorganizando o sistema financeiro brasileiro.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Boom de investidores pessoa física — milhões entrando sem repertório.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IA generativa torna possível produzir mídia de qualidade a custo de software.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Modelos de nova mídia (ex: The News) provaram o caminho no Brasil.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O produto já está no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Operação quase 100% automatizada por IA, publicando todos os dias.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Edição diária, notícias de hora em hora, blog, redes e ferramentas.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Custo marginal por publicação próximo de ZERO.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Stack: Claude + Next.js + Sanity + Vercel, com pipeline editorial proprietário.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Como ganha dinheiro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Afiliação de produtos financeiros (motor principal) — cartões, contas, empréstimos, corretoras pagam comissões altas por cliente.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Publicidade display (AdSense / direta) — já implementada.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Newsletter e mídia patrocinada — conforme a base de e-mails cresce.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Futuro: produtos próprios (cursos, comunidade, relatórios) de alta margem.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7CF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vantagem (moat)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Estrutura de custo de SOFTWARE, não de redação — matéria custa centavos.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Volume e velocidade impossíveis de igualar manualmente, com consistência de marca.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SEO e base de e-mails se acumulam — ativos compostos difíceis de copiar.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Sistema proprietário de prompts, formatos e distribuição já em produção.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Dezenas de milhões de brasileiros bancarizados.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Mercado robusto de afiliação de produtos financeiros, em crescimento.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Posicionamento: o didatismo de um creator com a escala de um portal — ao custo de uma startup de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Onde estamos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Lançado em junho/2026. A tração agora é de execução e produto — não de receita.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Produto completo no ar e automatizado.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Primeiros usuários reais chegando organicamente, antes de aquisição paga.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Opera com poucas centenas de reais/mês de IA + infra.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O risco de "será que constroem isso?" já foi eliminado — está funcionando.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Como cresce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SEO composto — volume de conteúdo captura tráfego orgânico.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Newsletter como ativo proprietário — canal direto e monetizável.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Notícia direto no Instagram + carrosséis para topo de funil.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Reinvestir afiliação em aquisição paga onde CAC &lt; LTV.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Parcerias diretas com fintechs (melhores comissões).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1A0F"/>
                </a:solidFill>
                <a:latin typeface="Calibri"/>
              </a:rPr>
              <a:t>Projeções (cenário ilustrativo)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737360"/>
          <a:ext cx="10424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2"/>
                <a:gridCol w="2084832"/>
                <a:gridCol w="2084832"/>
                <a:gridCol w="2084832"/>
                <a:gridCol w="2084832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Ano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Visitas/mês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Receita anual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Custo op.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Margem</a:t>
                      </a:r>
                    </a:p>
                  </a:txBody>
                  <a:tcPr>
                    <a:solidFill>
                      <a:srgbClr val="1580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Ano 1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~34 mil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~R$ 4 mil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~R$ 10 mil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investimento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Ano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~245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~R$ 83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~R$ 24 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Ano 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~690 mil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~R$ 510 mil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~R$ 60 mil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F2937"/>
                          </a:solidFill>
                          <a:latin typeface="Calibri"/>
                        </a:rPr>
                        <a:t>~88%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48056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Upside: afiliação pode multiplicar a receita. Receita escala com audiência enquanto o custo de conteúdo fica quase fixo — alavancagem operacional. Detalhe mês a mês na planilha anexa.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146304" cy="502920"/>
          </a:xfrm>
          <a:prstGeom prst="rect">
            <a:avLst/>
          </a:prstGeom>
          <a:solidFill>
            <a:srgbClr val="7CF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captação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CFC00"/>
                </a:solidFill>
                <a:latin typeface="Calibri"/>
              </a:rPr>
              <a:t>R$ 750 mil · pré-seed · runway ~18 meses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40% — Aquisição de audiência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25% — Monetização e comercial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20% — Time (growth/comercial + editor-chefe)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10% — Produto e tecnologia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8F5EC"/>
                </a:solidFill>
                <a:latin typeface="Calibri"/>
              </a:rPr>
              <a:t>•  5% — Reserva / jurídico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8D8C0"/>
                </a:solidFill>
                <a:latin typeface="Calibri"/>
              </a:rPr>
              <a:t>Destrava: de operação de um fundador para máquina de crescimento, provando CAC &lt; LTV para a próxima rodada.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Endinheirados · endinheirados.cc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Ser a fonte diária de confiança</a:t>
            </a:r>
          </a:p>
          <a:p>
            <a:pPr algn="l">
              <a:spcAft>
                <a:spcPts val="1400"/>
              </a:spcAft>
            </a:pPr>
            <a:r>
              <a:rPr sz="3800" b="1">
                <a:solidFill>
                  <a:srgbClr val="7CFC00"/>
                </a:solidFill>
                <a:latin typeface="Calibri"/>
              </a:rPr>
              <a:t>sobre dinheiro do brasileiro.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8D8C0"/>
                </a:solidFill>
                <a:latin typeface="Calibri"/>
              </a:rPr>
              <a:t>endinheirados.cc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